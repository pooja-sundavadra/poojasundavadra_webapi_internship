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9" r:id="rId6"/>
    <p:sldId id="310" r:id="rId7"/>
    <p:sldId id="311" r:id="rId8"/>
    <p:sldId id="312" r:id="rId9"/>
    <p:sldId id="3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dirty="0"/>
              <a:t>Google </a:t>
            </a:r>
            <a:r>
              <a:rPr lang="en-US" dirty="0" err="1"/>
              <a:t>Recaptcha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without the install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D63C81-EF7A-04DE-D6DE-4DCD695417C1}"/>
              </a:ext>
            </a:extLst>
          </p:cNvPr>
          <p:cNvSpPr txBox="1"/>
          <p:nvPr/>
        </p:nvSpPr>
        <p:spPr>
          <a:xfrm>
            <a:off x="363794" y="324465"/>
            <a:ext cx="556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the Google Chrome and type the</a:t>
            </a:r>
          </a:p>
          <a:p>
            <a:r>
              <a:rPr lang="en-US" dirty="0"/>
              <a:t>Link :-  https://www.google.com/recaptcha/admin/create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13E9B2-1C6D-BEB1-C401-19C0E299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758" y="3044156"/>
            <a:ext cx="8588484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3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78C971-6518-9BB3-E27B-4F41EA215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" y="0"/>
            <a:ext cx="12085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6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D92F6A-9C7F-9087-8567-164B90FD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686"/>
            <a:ext cx="12192000" cy="567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8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03918-5957-FCAF-1CB7-5EA5C0797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15" y="0"/>
            <a:ext cx="11191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8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35DCE0-E82A-F829-E0BD-F3835BA2B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{336C0840-1729-47FC-8F0C-752D8DDD6F76}TF235124e3-e6db-4c6d-93c8-733f2fadbc609fb6f57c_win32-b1e91d96f19e</Template>
  <TotalTime>15</TotalTime>
  <Words>27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Georgia Pro Cond Light</vt:lpstr>
      <vt:lpstr>Speak Pro</vt:lpstr>
      <vt:lpstr>RetrospectVTI</vt:lpstr>
      <vt:lpstr>Google Recaptcha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Sundavadra</dc:creator>
  <cp:lastModifiedBy>Pooja Sundavadra</cp:lastModifiedBy>
  <cp:revision>2</cp:revision>
  <dcterms:created xsi:type="dcterms:W3CDTF">2026-06-09T08:08:43Z</dcterms:created>
  <dcterms:modified xsi:type="dcterms:W3CDTF">2026-06-09T08:24:34Z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